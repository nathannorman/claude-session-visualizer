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79351" y="1636663"/>
            <a:ext cx="738529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Agent SDK Migration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79351" y="2408188"/>
            <a:ext cx="73852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PTY Hacks to Native Integration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9351" y="3268563"/>
            <a:ext cx="73852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Control Session Management Upgrade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89813" y="4470499"/>
            <a:ext cx="8631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9533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PTY Spawning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54001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054001"/>
            <a:ext cx="0" cy="618976"/>
          </a:xfrm>
          <a:prstGeom prst="line">
            <a:avLst/>
          </a:prstGeom>
          <a:noFill/>
          <a:ln w="47625">
            <a:solidFill>
              <a:srgbClr val="F851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075" y="1180951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Fragile Input Handling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075" y="1403152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100ms delay hack required before sending carriage return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799927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1799927"/>
            <a:ext cx="0" cy="618976"/>
          </a:xfrm>
          <a:prstGeom prst="line">
            <a:avLst/>
          </a:prstGeom>
          <a:noFill/>
          <a:ln w="47625">
            <a:solidFill>
              <a:srgbClr val="F851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075" y="1926878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Escape Codes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6075" y="2149078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terminal output requires complex parsing and filtering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45854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545854"/>
            <a:ext cx="0" cy="618976"/>
          </a:xfrm>
          <a:prstGeom prst="line">
            <a:avLst/>
          </a:prstGeom>
          <a:noFill/>
          <a:ln w="47625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075" y="2672804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 Approval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6075" y="2895005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intercept or approve tool calls programmatically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291780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291780"/>
            <a:ext cx="0" cy="618976"/>
          </a:xfrm>
          <a:prstGeom prst="line">
            <a:avLst/>
          </a:prstGeom>
          <a:noFill/>
          <a:ln w="47625">
            <a:solidFill>
              <a:srgbClr val="F851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075" y="3418731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Dependencies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6075" y="3640931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mode, and environment coupling causes issues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1889" y="1054001"/>
            <a:ext cx="3764161" cy="2983706"/>
          </a:xfrm>
          <a:prstGeom prst="roundRect">
            <a:avLst>
              <a:gd name="adj" fmla="val 340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35314" y="1317427"/>
            <a:ext cx="330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APPROACH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5314" y="1622227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pty.openpty()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5314" y="1926729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os.fork()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5314" y="2231231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os.execvpe("claude")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5314" y="2535734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os.write(fd, text)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5314" y="2840236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time.sleep(0.1)  # hack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5314" y="3144738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os.write(fd, "\r")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00100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95338"/>
            <a:ext cx="91440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Claude Agent SDK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54001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054001"/>
            <a:ext cx="0" cy="618976"/>
          </a:xfrm>
          <a:prstGeom prst="line">
            <a:avLst/>
          </a:prstGeom>
          <a:noFill/>
          <a:ln w="47625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6075" y="1180951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Async Messages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6075" y="1403152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Python SDK calls with proper async/await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1799927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1799927"/>
            <a:ext cx="0" cy="618976"/>
          </a:xfrm>
          <a:prstGeom prst="line">
            <a:avLst/>
          </a:prstGeom>
          <a:noFill/>
          <a:ln w="47625">
            <a:solidFill>
              <a:srgbClr val="3FB9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075" y="1926878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6075" y="2149078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objects with typed content blocks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45854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2545854"/>
            <a:ext cx="0" cy="618976"/>
          </a:xfrm>
          <a:prstGeom prst="line">
            <a:avLst/>
          </a:prstGeom>
          <a:noFill/>
          <a:ln w="4762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075" y="2672804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Approval Callback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6075" y="2895005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can_use_tool for permission control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291780"/>
            <a:ext cx="4046488" cy="61897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291780"/>
            <a:ext cx="0" cy="618976"/>
          </a:xfrm>
          <a:prstGeom prst="line">
            <a:avLst/>
          </a:prstGeom>
          <a:noFill/>
          <a:ln w="47625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075" y="3418731"/>
            <a:ext cx="36902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F6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Terminal Emulation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6075" y="3640931"/>
            <a:ext cx="369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programmatic interface, no PTY needed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71889" y="1054001"/>
            <a:ext cx="3764161" cy="2983706"/>
          </a:xfrm>
          <a:prstGeom prst="roundRect">
            <a:avLst>
              <a:gd name="adj" fmla="val 340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35314" y="1317427"/>
            <a:ext cx="33020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APPROACH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5314" y="1622227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ClaudeSDKClient()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5314" y="1926729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client.connect()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5314" y="2231231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client.query(text)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5314" y="2535734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for msg in client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5314" y="2840236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.receive_messages():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5314" y="3144738"/>
            <a:ext cx="3302056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handle(msg)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44476"/>
            <a:ext cx="3905250" cy="2903934"/>
          </a:xfrm>
          <a:prstGeom prst="roundRect">
            <a:avLst>
              <a:gd name="adj" fmla="val 349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234976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PTY Flow (Old)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8450" y="158740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5452" y="160957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7652" y="1587401"/>
            <a:ext cx="90521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/api/spawn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3208" y="1866602"/>
            <a:ext cx="3594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8450" y="206022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452" y="208240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7652" y="2060228"/>
            <a:ext cx="123219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pty.openpty() + os.fork()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3208" y="2339429"/>
            <a:ext cx="3594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8450" y="2533055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5452" y="255523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77652" y="2533055"/>
            <a:ext cx="93830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execvpe("claude")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3208" y="2812256"/>
            <a:ext cx="3594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8450" y="300588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5452" y="302805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7652" y="3005882"/>
            <a:ext cx="127774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/stdin + sleep(0.1)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3208" y="3285083"/>
            <a:ext cx="3594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450" y="34787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5452" y="350088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77652" y="3478709"/>
            <a:ext cx="126362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broadcast raw bytes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30651" y="1044476"/>
            <a:ext cx="3905399" cy="2903934"/>
          </a:xfrm>
          <a:prstGeom prst="roundRect">
            <a:avLst>
              <a:gd name="adj" fmla="val 349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21151" y="1234976"/>
            <a:ext cx="35948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Flow (New)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21151" y="1587401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8152" y="160957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00352" y="1587401"/>
            <a:ext cx="90521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/api/spawn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5907" y="1866602"/>
            <a:ext cx="3594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21151" y="2060228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78152" y="208240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00352" y="2060228"/>
            <a:ext cx="154233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SDKSessionManager.create()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5907" y="2339429"/>
            <a:ext cx="3594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21151" y="2533055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78152" y="255523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00352" y="2533055"/>
            <a:ext cx="142575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ClaudeSDKClient.connect()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5907" y="2812256"/>
            <a:ext cx="3594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21151" y="3005882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78152" y="302805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00352" y="3005882"/>
            <a:ext cx="1355312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/message + query()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85907" y="3285083"/>
            <a:ext cx="35948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21151" y="3478709"/>
            <a:ext cx="177701" cy="177701"/>
          </a:xfrm>
          <a:prstGeom prst="roundRect">
            <a:avLst>
              <a:gd name="adj" fmla="val 514572"/>
            </a:avLst>
          </a:prstGeom>
          <a:solidFill>
            <a:srgbClr val="3036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978152" y="350088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00352" y="3478709"/>
            <a:ext cx="159394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broadcast structured msgs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9057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019175"/>
            <a:ext cx="2863751" cy="1176933"/>
          </a:xfrm>
          <a:prstGeom prst="roundRect">
            <a:avLst>
              <a:gd name="adj" fmla="val 6474"/>
            </a:avLst>
          </a:prstGeom>
          <a:solidFill>
            <a:srgbClr val="161B22"/>
          </a:solidFill>
          <a:ln w="9525">
            <a:solidFill>
              <a:srgbClr val="3FB9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875" y="1193899"/>
            <a:ext cx="389334" cy="164902"/>
          </a:xfrm>
          <a:prstGeom prst="roundRect">
            <a:avLst>
              <a:gd name="adj" fmla="val 23105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6075" y="1219200"/>
            <a:ext cx="2416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69875" y="1460302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sdk_session_manager.py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9875" y="1714202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SDKSession dataclass, SDKSessionManager with tool approval callbacks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24101" y="1019175"/>
            <a:ext cx="2863751" cy="1176933"/>
          </a:xfrm>
          <a:prstGeom prst="roundRect">
            <a:avLst>
              <a:gd name="adj" fmla="val 6474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86026" y="1193899"/>
            <a:ext cx="648891" cy="164902"/>
          </a:xfrm>
          <a:prstGeom prst="roundRect">
            <a:avLst>
              <a:gd name="adj" fmla="val 23105"/>
            </a:avLst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62226" y="1219200"/>
            <a:ext cx="506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86026" y="1460302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routes/processes.py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6026" y="1714202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/message, /tool-approval, /spawn-sdk, /sdk-mode endpoints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348508"/>
            <a:ext cx="2863751" cy="1176933"/>
          </a:xfrm>
          <a:prstGeom prst="roundRect">
            <a:avLst>
              <a:gd name="adj" fmla="val 6474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9875" y="2523232"/>
            <a:ext cx="648891" cy="164902"/>
          </a:xfrm>
          <a:prstGeom prst="roundRect">
            <a:avLst>
              <a:gd name="adj" fmla="val 23105"/>
            </a:avLst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548533"/>
            <a:ext cx="506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2789634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9875" y="3043535"/>
            <a:ext cx="25906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sendProcessInput routing, tool approval UI, SDK mode toggle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4101" y="2348508"/>
            <a:ext cx="2863751" cy="1176933"/>
          </a:xfrm>
          <a:prstGeom prst="roundRect">
            <a:avLst>
              <a:gd name="adj" fmla="val 6474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86026" y="2523232"/>
            <a:ext cx="648891" cy="164902"/>
          </a:xfrm>
          <a:prstGeom prst="roundRect">
            <a:avLst>
              <a:gd name="adj" fmla="val 23105"/>
            </a:avLst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762226" y="2548533"/>
            <a:ext cx="506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86026" y="2789634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styles.css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86026" y="3043535"/>
            <a:ext cx="25906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.tool-approval card styling with allow/deny buttons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7950" y="3677841"/>
            <a:ext cx="2863751" cy="1016943"/>
          </a:xfrm>
          <a:prstGeom prst="roundRect">
            <a:avLst>
              <a:gd name="adj" fmla="val 7493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9875" y="3852565"/>
            <a:ext cx="648891" cy="164902"/>
          </a:xfrm>
          <a:prstGeom prst="roundRect">
            <a:avLst>
              <a:gd name="adj" fmla="val 23105"/>
            </a:avLst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6075" y="3877866"/>
            <a:ext cx="506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875" y="411896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9875" y="4372868"/>
            <a:ext cx="25906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mode toggle checkbox in Mission Control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24101" y="3677841"/>
            <a:ext cx="2863751" cy="1016943"/>
          </a:xfrm>
          <a:prstGeom prst="roundRect">
            <a:avLst>
              <a:gd name="adj" fmla="val 7493"/>
            </a:avLst>
          </a:prstGeom>
          <a:solidFill>
            <a:srgbClr val="161B22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686026" y="3852565"/>
            <a:ext cx="648891" cy="164902"/>
          </a:xfrm>
          <a:prstGeom prst="roundRect">
            <a:avLst>
              <a:gd name="adj" fmla="val 23105"/>
            </a:avLst>
          </a:prstGeom>
          <a:solidFill>
            <a:srgbClr val="1F6F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62226" y="3877866"/>
            <a:ext cx="506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86026" y="4118967"/>
            <a:ext cx="2590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0F6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86026" y="4372868"/>
            <a:ext cx="25906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claude-agent-sdk &gt;= 0.1.22 dependency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Feature: Tool Approval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904875"/>
            <a:ext cx="39833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SEES IN BROWSER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266825"/>
            <a:ext cx="3905250" cy="1841153"/>
          </a:xfrm>
          <a:prstGeom prst="roundRect">
            <a:avLst>
              <a:gd name="adj" fmla="val 5518"/>
            </a:avLst>
          </a:prstGeom>
          <a:solidFill>
            <a:srgbClr val="21262D"/>
          </a:solidFill>
          <a:ln w="19050">
            <a:solidFill>
              <a:srgbClr val="F088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7500" y="1476375"/>
            <a:ext cx="35558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Bash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7500" y="1774775"/>
            <a:ext cx="3486150" cy="596801"/>
          </a:xfrm>
          <a:prstGeom prst="roundRect">
            <a:avLst>
              <a:gd name="adj" fmla="val 85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4451" y="1901726"/>
            <a:ext cx="32968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{"command": "rm -rf /tmp/test",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4451" y="2073176"/>
            <a:ext cx="32968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"description": "Delete temp files"}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7500" y="2523976"/>
            <a:ext cx="880170" cy="374452"/>
          </a:xfrm>
          <a:prstGeom prst="roundRect">
            <a:avLst>
              <a:gd name="adj" fmla="val 13566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1401" y="2625477"/>
            <a:ext cx="3798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24620" y="2523976"/>
            <a:ext cx="868412" cy="374452"/>
          </a:xfrm>
          <a:prstGeom prst="roundRect">
            <a:avLst>
              <a:gd name="adj" fmla="val 13566"/>
            </a:avLst>
          </a:prstGeom>
          <a:noFill/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88046" y="2635002"/>
            <a:ext cx="3483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298478"/>
            <a:ext cx="3905250" cy="1558677"/>
          </a:xfrm>
          <a:prstGeom prst="roundRect">
            <a:avLst>
              <a:gd name="adj" fmla="val 6518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7975" y="3498503"/>
            <a:ext cx="3575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Message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7975" y="3768328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 "tool_approval",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7975" y="3990529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"tool_use_id": "abc123",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7975" y="4212729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"Bash",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7975" y="4434929"/>
            <a:ext cx="357530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"input": {...}}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30651" y="904875"/>
            <a:ext cx="39835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CALLBACK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0651" y="1266825"/>
            <a:ext cx="3905399" cy="3336280"/>
          </a:xfrm>
          <a:prstGeom prst="roundRect">
            <a:avLst>
              <a:gd name="adj" fmla="val 3045"/>
            </a:avLst>
          </a:prstGeom>
          <a:solidFill>
            <a:srgbClr val="161B22"/>
          </a:solidFill>
          <a:ln w="9525">
            <a:solidFill>
              <a:srgbClr val="3036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0676" y="1466850"/>
            <a:ext cx="35754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can_use_tool callback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0676" y="1736675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can_use_tool(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0676" y="1958876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tool_name, tool_input, ctx):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0676" y="2181076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Broadcast to WebSocket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0676" y="2403277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broadcast(approval_msg)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0676" y="2625477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Wait for user response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0676" y="2847677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= await future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0676" y="3069878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approved: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0676" y="3292078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PermissionResultAllow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0676" y="3514279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updated_input=tool_input)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0676" y="3736479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0676" y="3958679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PermissionResultDeny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0676" y="4180880"/>
            <a:ext cx="3575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message="User denied")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5026" y="1273225"/>
            <a:ext cx="4613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Time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2265026" y="2289125"/>
            <a:ext cx="461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in action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6623" y="3063776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35702" y="31843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96451" y="3698677"/>
            <a:ext cx="14084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 SDK 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16934" y="3063776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06012" y="31843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87599" y="3698677"/>
            <a:ext cx="11666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 message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8112" y="3063776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2386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7191" y="3184327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40903" y="3698677"/>
            <a:ext cx="10025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Agent SDK Migration</dc:title>
  <dc:subject>Mission Control Session Management Upgrade</dc:subject>
  <dc:creator>Claude</dc:creator>
  <cp:lastModifiedBy>Claude</cp:lastModifiedBy>
  <cp:revision>1</cp:revision>
  <dcterms:created xsi:type="dcterms:W3CDTF">2026-01-26T07:28:09Z</dcterms:created>
  <dcterms:modified xsi:type="dcterms:W3CDTF">2026-01-26T07:28:09Z</dcterms:modified>
</cp:coreProperties>
</file>